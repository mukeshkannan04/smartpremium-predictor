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E6930F-6570-4DF0-AFFE-7A553903E81C}" v="5" dt="2026-02-22T13:17:50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.MUKESH KANNAN" userId="b3ec50d3d3243f42" providerId="LiveId" clId="{6D17B17B-59D6-4757-AFBF-C5E837F84DBE}"/>
    <pc:docChg chg="modSld">
      <pc:chgData name="S.MUKESH KANNAN" userId="b3ec50d3d3243f42" providerId="LiveId" clId="{6D17B17B-59D6-4757-AFBF-C5E837F84DBE}" dt="2026-02-22T13:18:16.930" v="23" actId="207"/>
      <pc:docMkLst>
        <pc:docMk/>
      </pc:docMkLst>
      <pc:sldChg chg="modSp mod">
        <pc:chgData name="S.MUKESH KANNAN" userId="b3ec50d3d3243f42" providerId="LiveId" clId="{6D17B17B-59D6-4757-AFBF-C5E837F84DBE}" dt="2026-02-22T13:18:16.930" v="23" actId="207"/>
        <pc:sldMkLst>
          <pc:docMk/>
          <pc:sldMk cId="1580621825" sldId="256"/>
        </pc:sldMkLst>
        <pc:spChg chg="mod">
          <ac:chgData name="S.MUKESH KANNAN" userId="b3ec50d3d3243f42" providerId="LiveId" clId="{6D17B17B-59D6-4757-AFBF-C5E837F84DBE}" dt="2026-02-22T13:18:02.197" v="21" actId="2711"/>
          <ac:spMkLst>
            <pc:docMk/>
            <pc:sldMk cId="1580621825" sldId="256"/>
            <ac:spMk id="2" creationId="{4A9E8D1F-A406-5438-1035-764CA5474B91}"/>
          </ac:spMkLst>
        </pc:spChg>
        <pc:spChg chg="mod">
          <ac:chgData name="S.MUKESH KANNAN" userId="b3ec50d3d3243f42" providerId="LiveId" clId="{6D17B17B-59D6-4757-AFBF-C5E837F84DBE}" dt="2026-02-22T13:18:16.930" v="23" actId="207"/>
          <ac:spMkLst>
            <pc:docMk/>
            <pc:sldMk cId="1580621825" sldId="256"/>
            <ac:spMk id="3" creationId="{4C1D98CA-4B2D-AEA5-C140-304D8B549F46}"/>
          </ac:spMkLst>
        </pc:spChg>
      </pc:sldChg>
      <pc:sldChg chg="modSp mod">
        <pc:chgData name="S.MUKESH KANNAN" userId="b3ec50d3d3243f42" providerId="LiveId" clId="{6D17B17B-59D6-4757-AFBF-C5E837F84DBE}" dt="2026-02-22T13:17:24.766" v="16" actId="2711"/>
        <pc:sldMkLst>
          <pc:docMk/>
          <pc:sldMk cId="695869659" sldId="257"/>
        </pc:sldMkLst>
        <pc:spChg chg="mod">
          <ac:chgData name="S.MUKESH KANNAN" userId="b3ec50d3d3243f42" providerId="LiveId" clId="{6D17B17B-59D6-4757-AFBF-C5E837F84DBE}" dt="2026-02-22T13:16:59.215" v="13" actId="2711"/>
          <ac:spMkLst>
            <pc:docMk/>
            <pc:sldMk cId="695869659" sldId="257"/>
            <ac:spMk id="2" creationId="{A6467AF8-6AED-5D7B-89E1-B7C73B8B152A}"/>
          </ac:spMkLst>
        </pc:spChg>
        <pc:spChg chg="mod">
          <ac:chgData name="S.MUKESH KANNAN" userId="b3ec50d3d3243f42" providerId="LiveId" clId="{6D17B17B-59D6-4757-AFBF-C5E837F84DBE}" dt="2026-02-22T13:17:24.766" v="16" actId="2711"/>
          <ac:spMkLst>
            <pc:docMk/>
            <pc:sldMk cId="695869659" sldId="257"/>
            <ac:spMk id="4" creationId="{DDCB3423-798F-1EB0-D8C0-933753CB346E}"/>
          </ac:spMkLst>
        </pc:spChg>
      </pc:sldChg>
      <pc:sldChg chg="modSp mod">
        <pc:chgData name="S.MUKESH KANNAN" userId="b3ec50d3d3243f42" providerId="LiveId" clId="{6D17B17B-59D6-4757-AFBF-C5E837F84DBE}" dt="2026-02-22T13:16:34.090" v="9" actId="1076"/>
        <pc:sldMkLst>
          <pc:docMk/>
          <pc:sldMk cId="1148432725" sldId="258"/>
        </pc:sldMkLst>
        <pc:spChg chg="mod">
          <ac:chgData name="S.MUKESH KANNAN" userId="b3ec50d3d3243f42" providerId="LiveId" clId="{6D17B17B-59D6-4757-AFBF-C5E837F84DBE}" dt="2026-02-22T13:16:00.666" v="3" actId="2711"/>
          <ac:spMkLst>
            <pc:docMk/>
            <pc:sldMk cId="1148432725" sldId="258"/>
            <ac:spMk id="2" creationId="{4A6866D3-1A40-390B-41CB-2CD6AF72A798}"/>
          </ac:spMkLst>
        </pc:spChg>
        <pc:spChg chg="mod">
          <ac:chgData name="S.MUKESH KANNAN" userId="b3ec50d3d3243f42" providerId="LiveId" clId="{6D17B17B-59D6-4757-AFBF-C5E837F84DBE}" dt="2026-02-22T13:16:34.090" v="9" actId="1076"/>
          <ac:spMkLst>
            <pc:docMk/>
            <pc:sldMk cId="1148432725" sldId="258"/>
            <ac:spMk id="4" creationId="{B2CE337B-9DFF-0521-AD9D-79ACD1DCA55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E8D1F-A406-5438-1035-764CA5474B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SmartPremium: Predicting Insurance Costs with Machine Learning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D98CA-4B2D-AEA5-C140-304D8B549F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MUKESH KANNAN 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0621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7AF8-6AED-5D7B-89E1-B7C73B8B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CB3423-798F-1EB0-D8C0-933753CB34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1" y="2183494"/>
            <a:ext cx="10424160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insurance premium calculations are often slow, manual, and lack transparency for the customer.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Gap: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Customers want instant estimates based on their specific lifestyle and health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 an automated system that uses historical data to predict annual premiums with high accuracy in real-time.</a:t>
            </a:r>
          </a:p>
        </p:txBody>
      </p:sp>
    </p:spTree>
    <p:extLst>
      <p:ext uri="{BB962C8B-B14F-4D97-AF65-F5344CB8AC3E}">
        <p14:creationId xmlns:p14="http://schemas.microsoft.com/office/powerpoint/2010/main" val="695869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866D3-1A40-390B-41CB-2CD6AF72A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&amp;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CE337B-9DFF-0521-AD9D-79ACD1DCA5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92596"/>
            <a:ext cx="9723120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Synthetic Insurance dataset (simulating real-world variables).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Used: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Demographics: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Age, Gender, Income, Education, Location.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 Metrics: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Health Score, Smoking Status, Exercise Frequency.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Details: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Policy Type, Duration, Previous Claims, Credit Score.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Annual Insurance Premium Amount.</a:t>
            </a:r>
          </a:p>
        </p:txBody>
      </p:sp>
    </p:spTree>
    <p:extLst>
      <p:ext uri="{BB962C8B-B14F-4D97-AF65-F5344CB8AC3E}">
        <p14:creationId xmlns:p14="http://schemas.microsoft.com/office/powerpoint/2010/main" val="1148432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FE062-3780-7510-C6B0-7E7B370DA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5771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9D8155-4ADF-9E22-764D-C5A03DE5EA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1680" y="1158146"/>
            <a:ext cx="10525760" cy="551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Handled missing values and used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categorical data (e.g., Gender, Location).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Applied log transformation (np.log1p) to the Target Variable to handle skewed data and improve model convergence.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 Regressor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(chosen for its speed and performance with tabular data).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Mean Absolute Error (MAE) and R^2 Score to measure accuracy.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764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2CF75-A71D-23E1-C99F-95CC836E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 Application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6C236F-596B-A749-B719-09CC277874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59435"/>
            <a:ext cx="8917826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Python, Streamlit, Scikit-learn, XGBoost.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Clean, 3-column interactive UI for user inputs.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engine.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visual feedback (Balloons 🎈 and Success banners).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Hosting: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Deployed via GitHub and Streamlit Cloud for global access.</a:t>
            </a:r>
          </a:p>
        </p:txBody>
      </p:sp>
    </p:spTree>
    <p:extLst>
      <p:ext uri="{BB962C8B-B14F-4D97-AF65-F5344CB8AC3E}">
        <p14:creationId xmlns:p14="http://schemas.microsoft.com/office/powerpoint/2010/main" val="473750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E707-E454-535D-EE88-FBDD024C4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8339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Streamlit_output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DD6B39B-D35D-0007-D334-CC0264A58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21840"/>
            <a:ext cx="4714240" cy="33731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FAB6FB-3D07-184D-0DE3-3395F0863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20" y="2021840"/>
            <a:ext cx="4612640" cy="337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739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A0DB-3BCD-774A-F52B-63709407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28934-2A02-C5C9-58D7-17880B688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/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94076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</TotalTime>
  <Words>278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Retrospect</vt:lpstr>
      <vt:lpstr> SmartPremium: Predicting Insurance Costs with Machine Learning  </vt:lpstr>
      <vt:lpstr>Problem Statement</vt:lpstr>
      <vt:lpstr>The Dataset &amp; Features</vt:lpstr>
      <vt:lpstr>Data Science Workflow</vt:lpstr>
      <vt:lpstr>The Web Application</vt:lpstr>
      <vt:lpstr>Streamlit_output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S.MUKESH KANNAN</dc:creator>
  <cp:lastModifiedBy>S.MUKESH KANNAN</cp:lastModifiedBy>
  <cp:revision>1</cp:revision>
  <dcterms:created xsi:type="dcterms:W3CDTF">2026-02-22T13:01:42Z</dcterms:created>
  <dcterms:modified xsi:type="dcterms:W3CDTF">2026-02-22T13:18:18Z</dcterms:modified>
</cp:coreProperties>
</file>